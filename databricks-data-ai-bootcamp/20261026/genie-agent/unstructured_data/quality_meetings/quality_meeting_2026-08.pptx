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2026年8月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29.2</c:v>
                </c:pt>
                <c:pt idx="1">
                  <c:v>11.5</c:v>
                </c:pt>
                <c:pt idx="2">
                  <c:v>6.9</c:v>
                </c:pt>
                <c:pt idx="3">
                  <c:v>9.0</c:v>
                </c:pt>
                <c:pt idx="4">
                  <c:v>11.9</c:v>
                </c:pt>
                <c:pt idx="5">
                  <c:v>11.2</c:v>
                </c:pt>
                <c:pt idx="6">
                  <c:v>8.9</c:v>
                </c:pt>
                <c:pt idx="7">
                  <c:v>14.4</c:v>
                </c:pt>
                <c:pt idx="8">
                  <c:v>12.2</c:v>
                </c:pt>
                <c:pt idx="9">
                  <c:v>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2026年7月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20.4</c:v>
                </c:pt>
                <c:pt idx="1">
                  <c:v>9.1</c:v>
                </c:pt>
                <c:pt idx="2">
                  <c:v>6.9</c:v>
                </c:pt>
                <c:pt idx="3">
                  <c:v>8.2</c:v>
                </c:pt>
                <c:pt idx="4">
                  <c:v>12.3</c:v>
                </c:pt>
                <c:pt idx="5">
                  <c:v>11.5</c:v>
                </c:pt>
                <c:pt idx="6">
                  <c:v>8.2</c:v>
                </c:pt>
                <c:pt idx="7">
                  <c:v>6.3</c:v>
                </c:pt>
                <c:pt idx="8">
                  <c:v>9.3</c:v>
                </c:pt>
                <c:pt idx="9">
                  <c:v>5.3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資料（2026年8月度）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2026年9月8日（火）　対象期間: 2026年8月1日〜31日の修理受付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2026年8月度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修理受付の概況（2026年8月）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2026年8月度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285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+43%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9,749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29.2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+26%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4,701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11,024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+7%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7,209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8,739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-2%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4,206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-49%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9,438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14.4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+100%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6,294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754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61,733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・RC-500 の「途中で止まる」が 163件（受付率 29.2）。発煙・発火などの報告はない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・FN-210 の受付率は 8.9。前年同月（9.2）並み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2026年8月度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2026年8月度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異音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エラー表示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異音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2026年8月度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55.3%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259万円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1.6%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96万円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22.7%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27万円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754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398万円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15%（修理代金はお客様負担）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2026年8月度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今月報告する部品・工程の変更はありません。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2026年8月度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 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解析中（回収品を12台に追加）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技術部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10月度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2026年8月度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・解析結果が出しだい、臨時の対策会議を開く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2026年10月6日（火）（2026年9月度）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