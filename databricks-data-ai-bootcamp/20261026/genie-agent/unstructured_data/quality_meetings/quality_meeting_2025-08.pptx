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2025年8月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9.4</c:v>
                </c:pt>
                <c:pt idx="1">
                  <c:v>10.9</c:v>
                </c:pt>
                <c:pt idx="2">
                  <c:v>7.0</c:v>
                </c:pt>
                <c:pt idx="3">
                  <c:v>8.6</c:v>
                </c:pt>
                <c:pt idx="4">
                  <c:v>20.4</c:v>
                </c:pt>
                <c:pt idx="5">
                  <c:v>11.9</c:v>
                </c:pt>
                <c:pt idx="6">
                  <c:v>9.2</c:v>
                </c:pt>
                <c:pt idx="7">
                  <c:v>10.1</c:v>
                </c:pt>
                <c:pt idx="8">
                  <c:v>6.8</c:v>
                </c:pt>
                <c:pt idx="9">
                  <c:v>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2025年7月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9.4</c:v>
                </c:pt>
                <c:pt idx="1">
                  <c:v>11.6</c:v>
                </c:pt>
                <c:pt idx="2">
                  <c:v>6.7</c:v>
                </c:pt>
                <c:pt idx="3">
                  <c:v>9.6</c:v>
                </c:pt>
                <c:pt idx="4">
                  <c:v>25.6</c:v>
                </c:pt>
                <c:pt idx="5">
                  <c:v>10.3</c:v>
                </c:pt>
                <c:pt idx="6">
                  <c:v>9.3</c:v>
                </c:pt>
                <c:pt idx="7">
                  <c:v>6.6</c:v>
                </c:pt>
                <c:pt idx="8">
                  <c:v>9.8</c:v>
                </c:pt>
                <c:pt idx="9">
                  <c:v>5.5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資料（2025年8月度）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2025年9月9日（火）　対象期間: 2025年8月1日〜31日の修理受付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2025年8月度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修理受付の概況（2025年8月）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2025年8月度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9,618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-7%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3,849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10,291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-12%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6,734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-22%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7,846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4,047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-54%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8,660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5,911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583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57,300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・VC-700 の受付率は 20.4 に低下（前月 25.6）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・FN-210 はピークを過ぎて受付件数が減少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2025年8月度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2025年8月度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異音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エラー表示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破損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水漏れ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2025年8月度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288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49.4%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245万円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2.4%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52万円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27.1%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13.4%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28万円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583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341万円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7%（修理代金はお客様負担）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2025年8月度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今月報告する部品・工程の変更はありません。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2025年8月度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 無償交換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実施 4,180台／対象 10,990台（実施率 38.0%）。交換費用の累計 4,966万円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サービス部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2026年6月末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2025年8月度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・特になし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2025年10月7日（火）（2025年9月度）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