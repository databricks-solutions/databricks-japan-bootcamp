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2025年11月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10.1</c:v>
                </c:pt>
                <c:pt idx="1">
                  <c:v>10.3</c:v>
                </c:pt>
                <c:pt idx="2">
                  <c:v>11.2</c:v>
                </c:pt>
                <c:pt idx="3">
                  <c:v>7.6</c:v>
                </c:pt>
                <c:pt idx="4">
                  <c:v>14.1</c:v>
                </c:pt>
                <c:pt idx="5">
                  <c:v>10.4</c:v>
                </c:pt>
                <c:pt idx="6">
                  <c:v>10.1</c:v>
                </c:pt>
                <c:pt idx="7">
                  <c:v>11.3</c:v>
                </c:pt>
                <c:pt idx="8">
                  <c:v>12.3</c:v>
                </c:pt>
                <c:pt idx="9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2025年10月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10.4</c:v>
                </c:pt>
                <c:pt idx="1">
                  <c:v>10.3</c:v>
                </c:pt>
                <c:pt idx="2">
                  <c:v>11.3</c:v>
                </c:pt>
                <c:pt idx="3">
                  <c:v>8.0</c:v>
                </c:pt>
                <c:pt idx="4">
                  <c:v>15.8</c:v>
                </c:pt>
                <c:pt idx="5">
                  <c:v>11.6</c:v>
                </c:pt>
                <c:pt idx="6">
                  <c:v>9.9</c:v>
                </c:pt>
                <c:pt idx="7">
                  <c:v>10.3</c:v>
                </c:pt>
                <c:pt idx="8">
                  <c:v>11.4</c:v>
                </c:pt>
                <c:pt idx="9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資料（2025年11月度）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2025年12月9日（火）　対象期間: 2025年11月1日〜30日の修理受付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修理受付の概況（2025年11月）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9,090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4,066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13,205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6,739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8,358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5,498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-40%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+155%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9,058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+146%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6,980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6,163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69,453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・AP-400 の「におい」の受付が 20件。点検に回しても「異常なし」となる例が目立つ（脱臭フィルターの汚れ・交換時期の超過）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の受付率は 11.2。前月から横ばい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46.3%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31.0%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732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8%（修理代金はお客様負担）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 のにおいの受付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コールセンター向けの一次対処の手順を作成中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12月上旬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6,350台／対象 10,990台（実施率 57.8%）。交換費用の累計 7,544万円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2025年11月度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・AP-400 のにおいの受付への対応手順を、サービス技術情報 STI-2025-03 として12月3日に発行する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2026年1月6日（火）（2025年12月度）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