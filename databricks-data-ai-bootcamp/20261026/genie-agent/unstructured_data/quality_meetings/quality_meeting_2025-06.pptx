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2025年6月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8.5</c:v>
                </c:pt>
                <c:pt idx="1">
                  <c:v>9.2</c:v>
                </c:pt>
                <c:pt idx="2">
                  <c:v>6.2</c:v>
                </c:pt>
                <c:pt idx="3">
                  <c:v>9.2</c:v>
                </c:pt>
                <c:pt idx="4">
                  <c:v>26.7</c:v>
                </c:pt>
                <c:pt idx="5">
                  <c:v>9.9</c:v>
                </c:pt>
                <c:pt idx="6">
                  <c:v>8.6</c:v>
                </c:pt>
                <c:pt idx="7">
                  <c:v>13.4</c:v>
                </c:pt>
                <c:pt idx="8">
                  <c:v>10.0</c:v>
                </c:pt>
                <c:pt idx="9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2025年5月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9.3</c:v>
                </c:pt>
                <c:pt idx="1">
                  <c:v>9.1</c:v>
                </c:pt>
                <c:pt idx="2">
                  <c:v>6.9</c:v>
                </c:pt>
                <c:pt idx="3">
                  <c:v>7.7</c:v>
                </c:pt>
                <c:pt idx="4">
                  <c:v>21.8</c:v>
                </c:pt>
                <c:pt idx="5">
                  <c:v>12.6</c:v>
                </c:pt>
                <c:pt idx="6">
                  <c:v>9.5</c:v>
                </c:pt>
                <c:pt idx="7">
                  <c:v>9.8</c:v>
                </c:pt>
                <c:pt idx="8">
                  <c:v>12.7</c:v>
                </c:pt>
                <c:pt idx="9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資料（2025年6月度）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2025年7月8日（火）　対象期間: 2025年6月1日〜30日の修理受付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修理受付の概況（2025年6月）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9,039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3,893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10,403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7,044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8,132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5,249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+69%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16,006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6,181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66,196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の受付率は 26.7。6月16日に無償交換を開始（サービス技術情報 STI-2025-01）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は受付件数が増加（137件）したが、受付率は 8.6 で横ばい（季節要因）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333万円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67万円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24.2%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683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440万円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3%（修理代金はお客様負担）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タイ工場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バッテリーセルを従来の供給元の品に戻す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2025年4月製造分から（実施済み）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不具合の対策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信頼性試験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820台／対象 10,990台（実施率 7.5%）。交換費用の累計 974万円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2025年6月度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・無償交換の告知（量販店・Web・DM）を実施する。告知費用 約420万円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2025年8月5日（火）（2025年7月度）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