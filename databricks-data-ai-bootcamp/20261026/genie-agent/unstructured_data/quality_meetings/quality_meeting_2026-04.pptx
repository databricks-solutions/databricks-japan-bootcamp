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2026年4月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9.9</c:v>
                </c:pt>
                <c:pt idx="1">
                  <c:v>9.4</c:v>
                </c:pt>
                <c:pt idx="2">
                  <c:v>6.6</c:v>
                </c:pt>
                <c:pt idx="3">
                  <c:v>8.3</c:v>
                </c:pt>
                <c:pt idx="4">
                  <c:v>10.8</c:v>
                </c:pt>
                <c:pt idx="5">
                  <c:v>11.0</c:v>
                </c:pt>
                <c:pt idx="6">
                  <c:v>9.7</c:v>
                </c:pt>
                <c:pt idx="7">
                  <c:v>7.0</c:v>
                </c:pt>
                <c:pt idx="8">
                  <c:v>13.1</c:v>
                </c:pt>
                <c:pt idx="9">
                  <c:v>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2026年3月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9.2</c:v>
                </c:pt>
                <c:pt idx="1">
                  <c:v>9.8</c:v>
                </c:pt>
                <c:pt idx="2">
                  <c:v>7.1</c:v>
                </c:pt>
                <c:pt idx="3">
                  <c:v>9.2</c:v>
                </c:pt>
                <c:pt idx="4">
                  <c:v>11.9</c:v>
                </c:pt>
                <c:pt idx="5">
                  <c:v>10.7</c:v>
                </c:pt>
                <c:pt idx="6">
                  <c:v>8.8</c:v>
                </c:pt>
                <c:pt idx="7">
                  <c:v>9.4</c:v>
                </c:pt>
                <c:pt idx="8">
                  <c:v>12.4</c:v>
                </c:pt>
                <c:pt idx="9">
                  <c:v>5.7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資料（2026年4月度）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2026年5月12日（火）　対象期間: 2026年4月1日〜30日の修理受付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2026年4月度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修理受付の概況（2026年4月）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2026年4月度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12,066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-4%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5,323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13,233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9,858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8,529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6,992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+173%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3,084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-80%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428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-73%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-13%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6,241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66,059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・全体の受付率は平常。RC-550 の案内の手順（STI-2026-02）を4月8日に発行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・FN-210 の販売が始まった（3,084台）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2026年4月度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2026年4月度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におい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エラー表示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水漏れ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2026年4月度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40.8%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137万円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3.8%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35.2%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15.5%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31万円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579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226万円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21%（修理代金はお客様負担）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2026年4月度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3840480"/>
                <a:gridCol w="1920240"/>
                <a:gridCol w="201168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工場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変更の内容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適用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理由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評価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蘇州工場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首振りギアのグリスを変更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2026年4月製造分から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作動音の低減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評価 合格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2026年4月度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実施 6,850台／対象 10,990台（実施率 62.3%）。交換費用の累計 8,138万円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2026年6月末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2026年4月度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・特になし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2026年6月9日（火）（2026年5月度）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