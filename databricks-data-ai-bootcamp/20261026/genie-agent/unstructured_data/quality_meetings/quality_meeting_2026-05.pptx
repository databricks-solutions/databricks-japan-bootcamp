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2026年5月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10.2</c:v>
                </c:pt>
                <c:pt idx="1">
                  <c:v>12.2</c:v>
                </c:pt>
                <c:pt idx="2">
                  <c:v>6.8</c:v>
                </c:pt>
                <c:pt idx="3">
                  <c:v>8.2</c:v>
                </c:pt>
                <c:pt idx="4">
                  <c:v>11.8</c:v>
                </c:pt>
                <c:pt idx="5">
                  <c:v>10.8</c:v>
                </c:pt>
                <c:pt idx="6">
                  <c:v>9.3</c:v>
                </c:pt>
                <c:pt idx="7">
                  <c:v>9.3</c:v>
                </c:pt>
                <c:pt idx="8">
                  <c:v>12.3</c:v>
                </c:pt>
                <c:pt idx="9">
                  <c:v>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2026年4月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9.9</c:v>
                </c:pt>
                <c:pt idx="1">
                  <c:v>9.4</c:v>
                </c:pt>
                <c:pt idx="2">
                  <c:v>6.6</c:v>
                </c:pt>
                <c:pt idx="3">
                  <c:v>8.3</c:v>
                </c:pt>
                <c:pt idx="4">
                  <c:v>10.8</c:v>
                </c:pt>
                <c:pt idx="5">
                  <c:v>11.0</c:v>
                </c:pt>
                <c:pt idx="6">
                  <c:v>9.7</c:v>
                </c:pt>
                <c:pt idx="7">
                  <c:v>7.0</c:v>
                </c:pt>
                <c:pt idx="8">
                  <c:v>13.1</c:v>
                </c:pt>
                <c:pt idx="9">
                  <c:v>5.4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資料（2026年5月度）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2026年6月9日（火）　対象期間: 2026年5月1日〜31日の修理受付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2026年5月度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修理受付の概況（2026年5月）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2026年5月度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9,833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+8%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4,433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12,815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-29%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7,081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7.7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8,394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-26%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5,274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+190%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9,375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-33%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-50%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-3%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6,337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579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63,920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・FN-210 がシーズンに入り受付件数が増加（87件）。受付率は 9.3 で平常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・「修理不要」と「異常なし」の受付が、全体の 45% を占める。費用への影響は今後分析する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2026年5月度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2026年5月度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異音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におい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エラー表示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2026年5月度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279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48.2%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168万円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1.7%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36万円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28.5%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16.4%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579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250万円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20%（修理代金はお客様負担）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2026年5月度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今月報告する部品・工程の変更はありません。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2026年5月度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 無償交換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実施 6,870台／対象 10,990台（実施率 62.5%）。交換費用の累計 8,162万円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サービス部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2026年6月末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2026年5月度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・特になし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2026年7月7日（火）（2026年6月度）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