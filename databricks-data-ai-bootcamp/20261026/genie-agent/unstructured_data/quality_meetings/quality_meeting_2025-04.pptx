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2025年4月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10.8</c:v>
                </c:pt>
                <c:pt idx="1">
                  <c:v>8.7</c:v>
                </c:pt>
                <c:pt idx="2">
                  <c:v>5.8</c:v>
                </c:pt>
                <c:pt idx="3">
                  <c:v>9.1</c:v>
                </c:pt>
                <c:pt idx="4">
                  <c:v>14.6</c:v>
                </c:pt>
                <c:pt idx="5">
                  <c:v>10.2</c:v>
                </c:pt>
                <c:pt idx="6">
                  <c:v>9.0</c:v>
                </c:pt>
                <c:pt idx="7">
                  <c:v>7.6</c:v>
                </c:pt>
                <c:pt idx="8">
                  <c:v>13.8</c:v>
                </c:pt>
                <c:pt idx="9">
                  <c:v>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資料（2025年4月度）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2025年5月13日（火）　対象期間: 2025年4月1日〜30日の修理受付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修理受付の概況（2025年4月）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10,787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4,261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11,635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9,166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7,762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6,644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2,985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5,930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59,856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の受付率が 14.6（販売1,000台あたり）と高い。「運転時間が短い」「充電できない」が増えている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・新生活の時期で MW-300・RC-500 の販売台数が多く、受付件数も多いが、受付率は平常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38.5%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319万円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0%（修理代金はお客様負担）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タイマー部品の供給元を追加（同一仕様）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2025年5月製造分から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供給の安定化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受入評価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バッテリーの不具合の調査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回収品20台を技術部で解析中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5月度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 のフィルター交換時期の案内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検討中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未定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2025年4月度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・製品の比較には、受付件数ではなく販売1,000台あたりの受付率（受付件数÷販売台数×1,000）を使う。季節で販売台数が大きく変わる製品（扇風機・ヒーター・加湿器）も公平に比べるため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の解析結果を次回報告する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2025年6月10日（火）（2025年5月度）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