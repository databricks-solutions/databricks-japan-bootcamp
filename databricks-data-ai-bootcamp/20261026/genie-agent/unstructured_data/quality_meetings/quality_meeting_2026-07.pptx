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販売1,000台あたりの受付率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2026年7月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20.4</c:v>
                </c:pt>
                <c:pt idx="1">
                  <c:v>9.1</c:v>
                </c:pt>
                <c:pt idx="2">
                  <c:v>6.9</c:v>
                </c:pt>
                <c:pt idx="3">
                  <c:v>8.2</c:v>
                </c:pt>
                <c:pt idx="4">
                  <c:v>12.3</c:v>
                </c:pt>
                <c:pt idx="5">
                  <c:v>11.5</c:v>
                </c:pt>
                <c:pt idx="6">
                  <c:v>8.2</c:v>
                </c:pt>
                <c:pt idx="7">
                  <c:v>6.3</c:v>
                </c:pt>
                <c:pt idx="8">
                  <c:v>9.3</c:v>
                </c:pt>
                <c:pt idx="9">
                  <c:v>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2026年6月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13.1</c:v>
                </c:pt>
                <c:pt idx="1">
                  <c:v>11.4</c:v>
                </c:pt>
                <c:pt idx="2">
                  <c:v>7.2</c:v>
                </c:pt>
                <c:pt idx="3">
                  <c:v>7.1</c:v>
                </c:pt>
                <c:pt idx="4">
                  <c:v>10.5</c:v>
                </c:pt>
                <c:pt idx="5">
                  <c:v>11.7</c:v>
                </c:pt>
                <c:pt idx="6">
                  <c:v>9.3</c:v>
                </c:pt>
                <c:pt idx="7">
                  <c:v>6.4</c:v>
                </c:pt>
                <c:pt idx="8">
                  <c:v>9.6</c:v>
                </c:pt>
                <c:pt idx="9">
                  <c:v>5.5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品質会議 資料（2026年7月度）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ブリックス電機株式会社　品質保証部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開催日: 2026年8月4日（火）　対象期間: 2026年7月1日〜31日の修理受付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出席: 品質保証部、技術部、製造部（新潟・タイ・蘇州）、サービス部、コールセンター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社外秘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本日の議題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2026年7月度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1. 修理受付の概況（型番別の受付件数と、販売1,000台あたりの受付率）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2. 症状の内訳（受付件数の多い型番×症状）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3. 対応結果と費用（修理・交換・修理不要・異常なし）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5. 対策の進捗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修理受付の概況（2026年7月）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2026年7月度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749808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737360"/>
                <a:gridCol w="914400"/>
                <a:gridCol w="777240"/>
                <a:gridCol w="960120"/>
                <a:gridCol w="1143000"/>
                <a:gridCol w="11430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製品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販売台数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販売1,000台あたり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前年同月（1,000台あたり）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IH炊飯器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+58%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9,742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20.4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圧力IH炊飯器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-20%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4,709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11.6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電気ケトル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10,704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6.9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6.7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MW-300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電子レンジ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+13%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7,481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8.2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コードレス掃除機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+18%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8,351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25.6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空気清浄機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-23%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4,191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11.5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リビング扇風機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19,982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HT-310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セラミックファンヒーター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6.3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6.6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HM-220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スチーム式加湿器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TS-150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オーブントースター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-6%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6,359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71,785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92440" y="1051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eiryo"/>
                <a:ea typeface="Meiryo"/>
                <a:cs typeface="Meiryo"/>
              </a:rPr>
              <a:t>今月のポイント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15087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・RC-500 の受付率が 20.4 に上昇（前月 13.1）。「途中で止まる」が 100件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・コールセンターでは、延長コードやタコ足配線による電圧低下を想定して案内しているが、改善しない例が多い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172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受付率 ＝ その月の受付件数 ÷ その月の販売台数（全国計）× 1,000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修理受付の概況: 販売1,000台あたりの受付率（型番別）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2026年7月度　社外秘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2. 症状の内訳（受付件数の多い型番×症状 上位8件）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2026年7月度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1280160"/>
                <a:gridCol w="1280160"/>
                <a:gridCol w="21031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症状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うち修理不要・異常なし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異音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電源が入らない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電源が入らない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破損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03920" y="11887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・型番×症状の受付件数は、販売台数の多い製品ほど大きくなる。製品どうしの比較は前のページの受付率で行う。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3. 対応結果と費用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2026年7月度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69494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対応結果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構成比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当社負担の費用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持込修理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377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51.8%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228万円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出張修理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1.6%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製品交換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9.8%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75万円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修理不要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23.2%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異常なし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13.6%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32万円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728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345万円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1887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・持込修理: 引き取りで修理した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・出張修理: 訪問して修理した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・製品交換: 初期不良などで新品と交換した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・修理不要: 電話・メールで使いかたやお手入れを案内して解決した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・異常なし: 修理を手配したが、点検の結果、故障ではなかった（保証期間内は送料・点検料を当社が負担）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・保証期間外の受付: 17%（修理代金はお客様負担）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2026年7月度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今月報告する部品・工程の変更はありません。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部品の調達先・材質・工程の条件を変えたときは、製造部がこの会議で報告する（変更点管理規程）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5. 対策の進捗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2026年7月度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309360"/>
                <a:gridCol w="1463040"/>
                <a:gridCol w="109728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案件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状況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担当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期限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 途中で止まる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修理品10台を回収し、技術部で解析を始めた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技術部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9月度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2026年7月度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・RC-500 を重点監視の対象にする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Meiryo"/>
                <a:ea typeface="Meiryo"/>
                <a:cs typeface="Meiryo"/>
              </a:rPr>
              <a:t>次回: 2026年9月8日（火）（2026年8月度）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