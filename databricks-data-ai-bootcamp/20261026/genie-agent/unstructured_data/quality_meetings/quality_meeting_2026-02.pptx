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2026年2月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8.4</c:v>
                </c:pt>
                <c:pt idx="1">
                  <c:v>11.5</c:v>
                </c:pt>
                <c:pt idx="2">
                  <c:v>7.9</c:v>
                </c:pt>
                <c:pt idx="3">
                  <c:v>9.5</c:v>
                </c:pt>
                <c:pt idx="4">
                  <c:v>12.2</c:v>
                </c:pt>
                <c:pt idx="5">
                  <c:v>10.4</c:v>
                </c:pt>
                <c:pt idx="6">
                  <c:v>9.5</c:v>
                </c:pt>
                <c:pt idx="7">
                  <c:v>9.1</c:v>
                </c:pt>
                <c:pt idx="8">
                  <c:v>11.3</c:v>
                </c:pt>
                <c:pt idx="9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2026年1月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8.4</c:v>
                </c:pt>
                <c:pt idx="1">
                  <c:v>10.9</c:v>
                </c:pt>
                <c:pt idx="2">
                  <c:v>9.3</c:v>
                </c:pt>
                <c:pt idx="3">
                  <c:v>7.7</c:v>
                </c:pt>
                <c:pt idx="4">
                  <c:v>11.6</c:v>
                </c:pt>
                <c:pt idx="5">
                  <c:v>10.4</c:v>
                </c:pt>
                <c:pt idx="6">
                  <c:v>9.5</c:v>
                </c:pt>
                <c:pt idx="7">
                  <c:v>9.3</c:v>
                </c:pt>
                <c:pt idx="8">
                  <c:v>10.4</c:v>
                </c:pt>
                <c:pt idx="9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資料（2026年2月度）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2026年3月10日（火）　対象期間: 2026年2月1日〜28日の修理受付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修理受付の概況（2026年2月）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8,931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4,356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13,547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7,045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7,981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7,276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-49%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6,048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4,877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6,215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66,697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・AP-400 は花粉の時期で販売台数が増加。受付率は 10.4 で平常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・HT-310 の切り分けの手順（STI-2026-01）を2月12日に発行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32.5%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15%（修理代金はお客様負担）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6,770台／対象 10,990台（実施率 61.6%）。交換費用の累計 8,043万円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2026年2月度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の無償交換は、予定どおり2026年6月30日で受付を終了する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2026年4月7日（火）（2026年3月度）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