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2025年12月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10.0</c:v>
                </c:pt>
                <c:pt idx="1">
                  <c:v>9.1</c:v>
                </c:pt>
                <c:pt idx="2">
                  <c:v>9.5</c:v>
                </c:pt>
                <c:pt idx="3">
                  <c:v>8.3</c:v>
                </c:pt>
                <c:pt idx="4">
                  <c:v>12.4</c:v>
                </c:pt>
                <c:pt idx="5">
                  <c:v>12.1</c:v>
                </c:pt>
                <c:pt idx="6">
                  <c:v>9.7</c:v>
                </c:pt>
                <c:pt idx="7">
                  <c:v>10.9</c:v>
                </c:pt>
                <c:pt idx="8">
                  <c:v>10.5</c:v>
                </c:pt>
                <c:pt idx="9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2025年11月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10.1</c:v>
                </c:pt>
                <c:pt idx="1">
                  <c:v>10.3</c:v>
                </c:pt>
                <c:pt idx="2">
                  <c:v>11.2</c:v>
                </c:pt>
                <c:pt idx="3">
                  <c:v>7.6</c:v>
                </c:pt>
                <c:pt idx="4">
                  <c:v>14.1</c:v>
                </c:pt>
                <c:pt idx="5">
                  <c:v>10.4</c:v>
                </c:pt>
                <c:pt idx="6">
                  <c:v>10.1</c:v>
                </c:pt>
                <c:pt idx="7">
                  <c:v>11.3</c:v>
                </c:pt>
                <c:pt idx="8">
                  <c:v>12.3</c:v>
                </c:pt>
                <c:pt idx="9">
                  <c:v>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資料（2025年12月度）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2026年1月6日（火）　対象期間: 2025年12月1日〜31日の修理受付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2025年12月度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修理受付の概況（2025年12月）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10,632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4,729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14,195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+18%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7,199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10,881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5,268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+39%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12,995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8,863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6,659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81,731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・HT-310 の「途中で止まる」が 47件。多くは3時間の切り忘れ防止や転倒OFFスイッチによる停止で、故障ではない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・年末で VC-700 の販売台数が増加。受付率は 12.4 で平常に戻った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2025年12月度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水漏れ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45.2%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2.8%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43万円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33.9%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353万円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13%（修理代金はお客様負担）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新潟工場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前面パネルのツメの形状を変更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2026年1月製造分から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破損の低減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強度試験 合格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2025年12月度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 のにおいの受付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STI-2025-03 を12月3日に発行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品質保証部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6,560台／対象 10,990台（実施率 59.7%）。交換費用の累計 7,793万円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2025年12月度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・HT-310 の切り分けの手順を作る（1月度の会議で確認）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2026年2月10日（火）（2026年1月度）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