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2026年6月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13.1</c:v>
                </c:pt>
                <c:pt idx="1">
                  <c:v>11.4</c:v>
                </c:pt>
                <c:pt idx="2">
                  <c:v>7.2</c:v>
                </c:pt>
                <c:pt idx="3">
                  <c:v>7.1</c:v>
                </c:pt>
                <c:pt idx="4">
                  <c:v>10.5</c:v>
                </c:pt>
                <c:pt idx="5">
                  <c:v>11.7</c:v>
                </c:pt>
                <c:pt idx="6">
                  <c:v>9.3</c:v>
                </c:pt>
                <c:pt idx="7">
                  <c:v>6.4</c:v>
                </c:pt>
                <c:pt idx="8">
                  <c:v>9.6</c:v>
                </c:pt>
                <c:pt idx="9">
                  <c:v>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2026年5月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10.2</c:v>
                </c:pt>
                <c:pt idx="1">
                  <c:v>12.2</c:v>
                </c:pt>
                <c:pt idx="2">
                  <c:v>6.8</c:v>
                </c:pt>
                <c:pt idx="3">
                  <c:v>8.2</c:v>
                </c:pt>
                <c:pt idx="4">
                  <c:v>11.8</c:v>
                </c:pt>
                <c:pt idx="5">
                  <c:v>10.8</c:v>
                </c:pt>
                <c:pt idx="6">
                  <c:v>9.3</c:v>
                </c:pt>
                <c:pt idx="7">
                  <c:v>9.3</c:v>
                </c:pt>
                <c:pt idx="8">
                  <c:v>12.3</c:v>
                </c:pt>
                <c:pt idx="9">
                  <c:v>5.2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資料（2026年6月度）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2026年7月7日（火）　対象期間: 2026年6月1日〜30日の修理受付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2026年6月度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修理受付の概況（2026年6月）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2026年6月度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9,592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4,732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11,048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7,626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8,258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5,285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+76%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16,531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-50%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13.4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-50%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6,563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69,896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・RC-500 の受付率が 13.1（前月 10.2）に上昇。症状は「途中で止まる」が中心（36件）。梅雨の時期の影響も考えられるため、引き続き監視する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・VC-700 の無償交換の受付を6月30日で終了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2026年6月度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2026年6月度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異音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におい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2026年6月度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296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45.3%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173万円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2.1%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66万円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29.1%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14.2%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653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281万円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18%（修理代金はお客様負担）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2026年6月度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3840480"/>
                <a:gridCol w="1920240"/>
                <a:gridCol w="2011680"/>
                <a:gridCol w="173736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工場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変更の内容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適用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理由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評価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タイ工場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温度ヒューズを A社 の品に戻す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2026年7月製造分から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K社品の納入遅延（供給が不安定なため）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従来品のため評価不要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2026年6月度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無償交換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終了。実施 6,881台／対象 10,990台（実施率 62.6%）。交換費用の累計 8,175万円。告知費用 約420万円は別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サービス部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2026年6月度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・VC-700 の無償交換の実績（実施率・1台あたりの費用・告知費用）を、今後の無償点検・無償交換の費用見積もりの基準にする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2026年8月4日（火）（2026年7月度）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