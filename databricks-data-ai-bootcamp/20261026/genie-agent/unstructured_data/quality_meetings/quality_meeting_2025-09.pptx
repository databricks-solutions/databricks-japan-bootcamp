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2025年9月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8.6</c:v>
                </c:pt>
                <c:pt idx="1">
                  <c:v>11.5</c:v>
                </c:pt>
                <c:pt idx="2">
                  <c:v>9.6</c:v>
                </c:pt>
                <c:pt idx="3">
                  <c:v>7.1</c:v>
                </c:pt>
                <c:pt idx="4">
                  <c:v>18.3</c:v>
                </c:pt>
                <c:pt idx="5">
                  <c:v>10.8</c:v>
                </c:pt>
                <c:pt idx="6">
                  <c:v>8.5</c:v>
                </c:pt>
                <c:pt idx="7">
                  <c:v>10.1</c:v>
                </c:pt>
                <c:pt idx="8">
                  <c:v>12.2</c:v>
                </c:pt>
                <c:pt idx="9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2025年8月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9.4</c:v>
                </c:pt>
                <c:pt idx="1">
                  <c:v>10.9</c:v>
                </c:pt>
                <c:pt idx="2">
                  <c:v>7.0</c:v>
                </c:pt>
                <c:pt idx="3">
                  <c:v>8.6</c:v>
                </c:pt>
                <c:pt idx="4">
                  <c:v>20.4</c:v>
                </c:pt>
                <c:pt idx="5">
                  <c:v>11.9</c:v>
                </c:pt>
                <c:pt idx="6">
                  <c:v>9.2</c:v>
                </c:pt>
                <c:pt idx="7">
                  <c:v>10.1</c:v>
                </c:pt>
                <c:pt idx="8">
                  <c:v>6.8</c:v>
                </c:pt>
                <c:pt idx="9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資料（2025年9月度）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2025年10月7日（火）　対象期間: 2025年9月1日〜30日の修理受付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9,415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3,898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11,909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7,062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8,409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4,890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2,484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593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6,025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55,178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の受付率が 9.6 に上昇（前月 7.0）。「ふたのロックつまみが折れた」が増えている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の受付率は 18.3 まで低下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水漏れ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38万円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27.4%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565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307万円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8%（修理代金はお客様負担）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ロックつまみの成形条件を元に戻す（暫定対策）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2025年9月製造分から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破損の増加への対策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強度試験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給水タンクのキャップの材質を変更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2025年9月製造分から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耐久性の向上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評価 合格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 ロックつまみの破損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破損は2025年7〜8月に蘇州工場で製造したロットに集中。成形条件の変更による強度の低下と判断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5,320台／対象 10,990台（実施率 48.4%）。交換費用の累計 6,320万円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2025年9月度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・KT-200 の対象ロット（KT2-2507A、KT2-2507B、KT2-2508A、KT2-2508B）は、保証期間にかかわらずふたユニットを無償で交換する。サービス技術情報 STI-2025-02 を10月8日に発行する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・受付時は、お湯がこぼれてやけどをするおそれがあるため、必ず使用の中止をお願いする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2025年11月4日（火）（2025年10月度）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