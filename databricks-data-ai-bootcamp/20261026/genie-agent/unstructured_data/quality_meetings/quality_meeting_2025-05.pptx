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2025年5月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9.3</c:v>
                </c:pt>
                <c:pt idx="1">
                  <c:v>9.1</c:v>
                </c:pt>
                <c:pt idx="2">
                  <c:v>6.9</c:v>
                </c:pt>
                <c:pt idx="3">
                  <c:v>7.7</c:v>
                </c:pt>
                <c:pt idx="4">
                  <c:v>21.8</c:v>
                </c:pt>
                <c:pt idx="5">
                  <c:v>12.6</c:v>
                </c:pt>
                <c:pt idx="6">
                  <c:v>9.5</c:v>
                </c:pt>
                <c:pt idx="7">
                  <c:v>9.8</c:v>
                </c:pt>
                <c:pt idx="8">
                  <c:v>12.7</c:v>
                </c:pt>
                <c:pt idx="9">
                  <c:v>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2025年4月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10.8</c:v>
                </c:pt>
                <c:pt idx="1">
                  <c:v>8.7</c:v>
                </c:pt>
                <c:pt idx="2">
                  <c:v>5.8</c:v>
                </c:pt>
                <c:pt idx="3">
                  <c:v>9.1</c:v>
                </c:pt>
                <c:pt idx="4">
                  <c:v>14.6</c:v>
                </c:pt>
                <c:pt idx="5">
                  <c:v>10.2</c:v>
                </c:pt>
                <c:pt idx="6">
                  <c:v>9.0</c:v>
                </c:pt>
                <c:pt idx="7">
                  <c:v>7.6</c:v>
                </c:pt>
                <c:pt idx="8">
                  <c:v>13.8</c:v>
                </c:pt>
                <c:pt idx="9">
                  <c:v>5.7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資料（2025年5月度）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2025年6月10日（火）　対象期間: 2025年5月1日〜31日の修理受付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2025年5月度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修理受付の概況（2025年5月）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2025年5月度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-30%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8,847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-8%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3,750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11,782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-37%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6,750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+54%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7,989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5,009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8,535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-33%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-50%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5,896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58,920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・VC-700 の受付率が 21.8 に上昇。2025年2〜3月にタイ工場で製造したロットに集中している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・FN-210 がシーズンに入り受付件数が増加（81件）。受付率は 9.5 で平常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2025年5月度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2025年5月度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異音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におい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2025年5月度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291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48.3%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262万円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2.7%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64万円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28.9%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602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372万円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1%（修理代金はお客様負担）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2025年5月度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今月報告する部品・工程の変更はありません。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2025年5月度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バッテリーの不具合の調査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原因を特定: 2025年2月に追加したバッテリーセルの供給元の品に、容量不足のものが含まれていた（発煙・発火のおそれはない）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技術部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の無償交換の準備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6月中旬に開始予定。告知の方法（DM・Web・販売店）を調整中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品質保証部・サービス部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2025年5月度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・VC-700 の対象ロット（VC7-2502A、VC7-2502B、VC7-2503A、VC7-2503B、計 10,990台）のバッテリーパックを、保証期間にかかわらず無償で交換する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・費用の見込み: 1台あたり 11,880円（技術料3,300円＋バッテリーパック6,600円＋往復送料1,980円）× 対象 10,990台 × 実施率60%（想定）≒ 7,834万円。ほかに告知費用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2025年7月8日（火）（2025年6月度）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