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2026年1月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8.4</c:v>
                </c:pt>
                <c:pt idx="1">
                  <c:v>10.9</c:v>
                </c:pt>
                <c:pt idx="2">
                  <c:v>9.3</c:v>
                </c:pt>
                <c:pt idx="3">
                  <c:v>7.7</c:v>
                </c:pt>
                <c:pt idx="4">
                  <c:v>11.6</c:v>
                </c:pt>
                <c:pt idx="5">
                  <c:v>10.4</c:v>
                </c:pt>
                <c:pt idx="6">
                  <c:v>9.5</c:v>
                </c:pt>
                <c:pt idx="7">
                  <c:v>9.3</c:v>
                </c:pt>
                <c:pt idx="8">
                  <c:v>10.4</c:v>
                </c:pt>
                <c:pt idx="9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2025年12月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10.0</c:v>
                </c:pt>
                <c:pt idx="1">
                  <c:v>9.1</c:v>
                </c:pt>
                <c:pt idx="2">
                  <c:v>9.5</c:v>
                </c:pt>
                <c:pt idx="3">
                  <c:v>8.3</c:v>
                </c:pt>
                <c:pt idx="4">
                  <c:v>12.4</c:v>
                </c:pt>
                <c:pt idx="5">
                  <c:v>12.1</c:v>
                </c:pt>
                <c:pt idx="6">
                  <c:v>9.7</c:v>
                </c:pt>
                <c:pt idx="7">
                  <c:v>10.9</c:v>
                </c:pt>
                <c:pt idx="8">
                  <c:v>10.5</c:v>
                </c:pt>
                <c:pt idx="9">
                  <c:v>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資料（2026年1月度）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2026年2月10日（火）　対象期間: 2026年1月1日〜31日の修理受付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2026年1月度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修理受付の概況（2026年1月）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2026年1月度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-30%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8,797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+14%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4,506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14,801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7,773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8,431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5,394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-25%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11,535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8,663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6,236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76,452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・KT-200 の受付率は 9.3。2025年9月製造分以降のロットでは、ロックつまみの破損は発生していない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・HT-310・HM-220 の受付件数がピーク。受付率は平常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2026年1月度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2026年1月度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水漏れ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2026年1月度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44.7%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200万円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2.4%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51万円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30.6%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709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303万円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16%（修理代金はお客様負担）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2026年1月度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3840480"/>
                <a:gridCol w="1920240"/>
                <a:gridCol w="201168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工場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変更の内容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適用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理由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蘇州工場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ドアスイッチの供給元を変更（同等品）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2026年3月製造分から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コストの低減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受入評価・寿命試験 合格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2026年1月度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 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切り分けの手順を作成。サービス技術情報 STI-2026-01 として2月12日に発行予定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品質保証部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6,690台／対象 10,990台（実施率 60.9%）。交換費用の累計 7,948万円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2026年1月度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・KT-200 の暫定対策（成形条件を元に戻す）を恒久対策とする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2026年3月10日（火）（2026年2月度）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