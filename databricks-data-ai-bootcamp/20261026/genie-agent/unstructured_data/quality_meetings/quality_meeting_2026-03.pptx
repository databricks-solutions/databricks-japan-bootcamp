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販売1,000台あたりの受付率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2026年3月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9.2</c:v>
                </c:pt>
                <c:pt idx="1">
                  <c:v>9.8</c:v>
                </c:pt>
                <c:pt idx="2">
                  <c:v>7.1</c:v>
                </c:pt>
                <c:pt idx="3">
                  <c:v>9.2</c:v>
                </c:pt>
                <c:pt idx="4">
                  <c:v>11.9</c:v>
                </c:pt>
                <c:pt idx="5">
                  <c:v>10.7</c:v>
                </c:pt>
                <c:pt idx="6">
                  <c:v>8.8</c:v>
                </c:pt>
                <c:pt idx="7">
                  <c:v>9.4</c:v>
                </c:pt>
                <c:pt idx="8">
                  <c:v>12.4</c:v>
                </c:pt>
                <c:pt idx="9">
                  <c:v>5.7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2026年2月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8.4</c:v>
                </c:pt>
                <c:pt idx="1">
                  <c:v>11.5</c:v>
                </c:pt>
                <c:pt idx="2">
                  <c:v>7.9</c:v>
                </c:pt>
                <c:pt idx="3">
                  <c:v>9.5</c:v>
                </c:pt>
                <c:pt idx="4">
                  <c:v>12.2</c:v>
                </c:pt>
                <c:pt idx="5">
                  <c:v>10.4</c:v>
                </c:pt>
                <c:pt idx="6">
                  <c:v>9.5</c:v>
                </c:pt>
                <c:pt idx="7">
                  <c:v>9.1</c:v>
                </c:pt>
                <c:pt idx="8">
                  <c:v>11.3</c:v>
                </c:pt>
                <c:pt idx="9">
                  <c:v>4.7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品質会議 資料（2026年3月度）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ブリックス電機株式会社　品質保証部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開催日: 2026年4月7日（火）　対象期間: 2026年3月1日〜31日の修理受付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出席: 品質保証部、技術部、製造部（新潟・タイ・蘇州）、サービス部、コールセンター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社外秘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本日の議題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2026年3月度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1. 修理受付の概況（型番別の受付件数と、販売1,000台あたりの受付率）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2. 症状の内訳（受付件数の多い型番×症状）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3. 対応結果と費用（修理・交換・修理不要・異常なし）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5. 対策の進捗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修理受付の概況（2026年3月）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2026年3月度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74980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737360"/>
                <a:gridCol w="914400"/>
                <a:gridCol w="777240"/>
                <a:gridCol w="96012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製品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販売台数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販売1,000台あたり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前年同月（1,000台あたり）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IH炊飯器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+53%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12,489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圧力IH炊飯器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+4%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5,325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電気ケトル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-13%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13,032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電子レンジ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+39%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10,081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コードレス掃除機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9,221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空気清浄機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+12%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7,944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リビング扇風機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+175%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1,249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セラミックファンヒーター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-73%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1,602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HM-220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スチーム式加湿器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-73%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1,206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TS-150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オーブントースター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+34%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6,875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69,024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今月のポイント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5087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・RC-550 の「エラー表示（U1・U2）」の受付が 17件。内ぶた・蒸気口キャップの付け忘れが大半で、点検に回して「異常なし」となる例が多い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・新生活の時期で MW-300 の販売台数が増加。受付率は 9.2 で平常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72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受付率 ＝ その月の受付件数 ÷ その月の販売台数（全国計）× 1,000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修理受付の概況: 販売1,000台あたりの受付率（型番別）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2026年3月度　社外秘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2. 症状の内訳（受付件数の多い型番×症状 上位8件）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2026年3月度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280160"/>
                <a:gridCol w="128016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症状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うち修理不要・異常なし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エラー表示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エラー表示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におい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・型番×症状の受付件数は、販売台数の多い製品ほど大きくなる。製品どうしの比較は前のページの受付率で行う。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3. 対応結果と費用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2026年3月度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6949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対応結果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構成比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当社負担の費用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持込修理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278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44.3%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183万円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出張修理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3.0%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製品交換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4.6%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37万円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修理不要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33.1%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異常なし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15.0%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32万円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628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266万円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・持込修理: 引き取りで修理した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・出張修理: 訪問して修理した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・製品交換: 初期不良などで新品と交換した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・修理不要: 電話・メールで使いかたやお手入れを案内して解決した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・異常なし: 修理を手配したが、点検の結果、故障ではなかった（保証期間内は送料・点検料を当社が負担）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・保証期間外の受付: 16%（修理代金はお客様負担）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2026年3月度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3840480"/>
                <a:gridCol w="1920240"/>
                <a:gridCol w="2011680"/>
                <a:gridCol w="173736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工場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変更の内容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適用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理由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評価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タイ工場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温度ヒューズの調達先を A社 から K社 に変更（定格145℃の同等品）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2026年4月製造分から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コストの低減（1台あたり18円）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受入評価・信頼性試験（n=30） 合格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部品の調達先・材質・工程の条件を変えたときは、製造部がこの会議で報告する（変更点管理規程）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5. 対策の進捗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2026年3月度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309360"/>
                <a:gridCol w="1463040"/>
                <a:gridCol w="109728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案件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期限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RC-550 エラー表示 U1・U2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案内の手順を作成中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品質保証部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4月上旬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 無償交換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実施 6,820台／対象 10,990台（実施率 62.1%）。交換費用の累計 8,102万円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サービス部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2026年6月末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2026年3月度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・RC-550 の U1・U2 の案内の手順を、サービス技術情報 STI-2026-02 として4月8日に発行する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Meiryo"/>
                <a:ea typeface="Meiryo"/>
                <a:cs typeface="Meiryo"/>
              </a:rPr>
              <a:t>次回: 2026年5月12日（火）（2026年4月度）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